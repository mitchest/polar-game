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Coldiac" charset="1" panose="00000000000000000000"/>
      <p:regular r:id="rId10"/>
    </p:embeddedFont>
    <p:embeddedFont>
      <p:font typeface="Doodler" charset="1" panose="00000500000000000000"/>
      <p:regular r:id="rId11"/>
    </p:embeddedFont>
    <p:embeddedFont>
      <p:font typeface="Doodler Bold" charset="1" panose="00000500000000000000"/>
      <p:regular r:id="rId12"/>
    </p:embeddedFont>
    <p:embeddedFont>
      <p:font typeface="Playpen Sans" charset="1" panose="00000000000000000000"/>
      <p:regular r:id="rId13"/>
    </p:embeddedFont>
    <p:embeddedFont>
      <p:font typeface="Playpen Sans Medium" charset="1" panose="00000000000000000000"/>
      <p:regular r:id="rId14"/>
    </p:embeddedFont>
    <p:embeddedFont>
      <p:font typeface="Red Hat Display Bold" charset="1" panose="02010803040201060303"/>
      <p:regular r:id="rId15"/>
    </p:embeddedFont>
    <p:embeddedFont>
      <p:font typeface="Playpen Sans Bold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84729" y="430870"/>
            <a:ext cx="18288000" cy="182880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675242" y="903030"/>
            <a:ext cx="11902460" cy="4349931"/>
            <a:chOff x="0" y="0"/>
            <a:chExt cx="15869947" cy="5799907"/>
          </a:xfrm>
        </p:grpSpPr>
        <p:sp>
          <p:nvSpPr>
            <p:cNvPr name="Freeform 7" id="7"/>
            <p:cNvSpPr/>
            <p:nvPr/>
          </p:nvSpPr>
          <p:spPr>
            <a:xfrm flipH="false" flipV="false" rot="-10800000">
              <a:off x="3538145" y="3597922"/>
              <a:ext cx="7124071" cy="2201986"/>
            </a:xfrm>
            <a:custGeom>
              <a:avLst/>
              <a:gdLst/>
              <a:ahLst/>
              <a:cxnLst/>
              <a:rect r="r" b="b" t="t" l="l"/>
              <a:pathLst>
                <a:path h="2201986" w="7124071">
                  <a:moveTo>
                    <a:pt x="0" y="0"/>
                  </a:moveTo>
                  <a:lnTo>
                    <a:pt x="7124071" y="0"/>
                  </a:lnTo>
                  <a:lnTo>
                    <a:pt x="7124071" y="2201985"/>
                  </a:lnTo>
                  <a:lnTo>
                    <a:pt x="0" y="2201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180975"/>
              <a:ext cx="15869947" cy="35358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999"/>
                </a:lnSpc>
              </a:pPr>
              <a:r>
                <a:rPr lang="en-US" sz="9999" spc="39">
                  <a:solidFill>
                    <a:srgbClr val="FFFFFF"/>
                  </a:solidFill>
                  <a:latin typeface="Coldiac"/>
                  <a:ea typeface="Coldiac"/>
                  <a:cs typeface="Coldiac"/>
                  <a:sym typeface="Coldiac"/>
                </a:rPr>
                <a:t>LIFE IN THE FREEZERS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3161039" y="4322703"/>
              <a:ext cx="8548524" cy="7047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34"/>
                </a:lnSpc>
              </a:pPr>
              <a:r>
                <a:rPr lang="en-US" sz="3283" spc="380">
                  <a:solidFill>
                    <a:srgbClr val="FFFFFF"/>
                  </a:solidFill>
                  <a:latin typeface="Doodler"/>
                  <a:ea typeface="Doodler"/>
                  <a:cs typeface="Doodler"/>
                  <a:sym typeface="Doodler"/>
                </a:rPr>
                <a:t>by Moss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03339" y="1028700"/>
            <a:ext cx="3394962" cy="4696390"/>
            <a:chOff x="0" y="0"/>
            <a:chExt cx="631545" cy="8736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1545" cy="873642"/>
            </a:xfrm>
            <a:custGeom>
              <a:avLst/>
              <a:gdLst/>
              <a:ahLst/>
              <a:cxnLst/>
              <a:rect r="r" b="b" t="t" l="l"/>
              <a:pathLst>
                <a:path h="873642" w="631545">
                  <a:moveTo>
                    <a:pt x="203200" y="0"/>
                  </a:moveTo>
                  <a:lnTo>
                    <a:pt x="631545" y="0"/>
                  </a:lnTo>
                  <a:lnTo>
                    <a:pt x="428345" y="873642"/>
                  </a:lnTo>
                  <a:lnTo>
                    <a:pt x="0" y="87364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7188A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01600" y="-47625"/>
              <a:ext cx="428345" cy="921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02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108136" y="1028700"/>
            <a:ext cx="7179864" cy="4696390"/>
            <a:chOff x="0" y="0"/>
            <a:chExt cx="834262" cy="5456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34262" cy="545695"/>
            </a:xfrm>
            <a:custGeom>
              <a:avLst/>
              <a:gdLst/>
              <a:ahLst/>
              <a:cxnLst/>
              <a:rect r="r" b="b" t="t" l="l"/>
              <a:pathLst>
                <a:path h="545695" w="834262">
                  <a:moveTo>
                    <a:pt x="203200" y="0"/>
                  </a:moveTo>
                  <a:lnTo>
                    <a:pt x="834262" y="0"/>
                  </a:lnTo>
                  <a:lnTo>
                    <a:pt x="631062" y="545695"/>
                  </a:lnTo>
                  <a:lnTo>
                    <a:pt x="0" y="545695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2"/>
              <a:stretch>
                <a:fillRect l="0" t="-1009" r="0" b="-1009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857695" y="1291157"/>
            <a:ext cx="7318435" cy="6405227"/>
            <a:chOff x="0" y="0"/>
            <a:chExt cx="9757913" cy="8540303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9757913" cy="8540303"/>
              <a:chOff x="0" y="0"/>
              <a:chExt cx="812800" cy="71137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711377"/>
              </a:xfrm>
              <a:custGeom>
                <a:avLst/>
                <a:gdLst/>
                <a:ahLst/>
                <a:cxnLst/>
                <a:rect r="r" b="b" t="t" l="l"/>
                <a:pathLst>
                  <a:path h="711377" w="812800">
                    <a:moveTo>
                      <a:pt x="406400" y="0"/>
                    </a:moveTo>
                    <a:lnTo>
                      <a:pt x="812800" y="711377"/>
                    </a:lnTo>
                    <a:lnTo>
                      <a:pt x="0" y="711377"/>
                    </a:lnTo>
                    <a:lnTo>
                      <a:pt x="40640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9037" t="0" r="-9037" b="0"/>
                </a:stretch>
              </a:blipFill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2055003" y="3589667"/>
              <a:ext cx="6115509" cy="2270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686"/>
                </a:lnSpc>
              </a:pPr>
              <a:r>
                <a:rPr lang="en-US" sz="10922" spc="-54">
                  <a:solidFill>
                    <a:srgbClr val="F2F1EB"/>
                  </a:solidFill>
                  <a:latin typeface="Doodler Bold"/>
                  <a:ea typeface="Doodler Bold"/>
                  <a:cs typeface="Doodler Bold"/>
                  <a:sym typeface="Doodler Bold"/>
                </a:rPr>
                <a:t>The Arctic</a:t>
              </a:r>
            </a:p>
          </p:txBody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637871" y="0"/>
            <a:ext cx="4590782" cy="2582315"/>
            <a:chOff x="0" y="0"/>
            <a:chExt cx="5852160" cy="3291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17399"/>
              <a:ext cx="1966214" cy="3243707"/>
            </a:xfrm>
            <a:custGeom>
              <a:avLst/>
              <a:gdLst/>
              <a:ahLst/>
              <a:cxnLst/>
              <a:rect r="r" b="b" t="t" l="l"/>
              <a:pathLst>
                <a:path h="3243707" w="1966214">
                  <a:moveTo>
                    <a:pt x="0" y="0"/>
                  </a:moveTo>
                  <a:lnTo>
                    <a:pt x="1966214" y="0"/>
                  </a:lnTo>
                  <a:lnTo>
                    <a:pt x="1966214" y="3243707"/>
                  </a:lnTo>
                  <a:lnTo>
                    <a:pt x="0" y="3243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692" t="0" r="-113553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974723" y="17399"/>
              <a:ext cx="1981581" cy="3243707"/>
            </a:xfrm>
            <a:custGeom>
              <a:avLst/>
              <a:gdLst/>
              <a:ahLst/>
              <a:cxnLst/>
              <a:rect r="r" b="b" t="t" l="l"/>
              <a:pathLst>
                <a:path h="3243707" w="1981581">
                  <a:moveTo>
                    <a:pt x="1981581" y="3243707"/>
                  </a:moveTo>
                  <a:lnTo>
                    <a:pt x="0" y="3243707"/>
                  </a:lnTo>
                  <a:lnTo>
                    <a:pt x="0" y="0"/>
                  </a:lnTo>
                  <a:lnTo>
                    <a:pt x="1981581" y="0"/>
                  </a:lnTo>
                  <a:lnTo>
                    <a:pt x="1981581" y="3243707"/>
                  </a:lnTo>
                  <a:close/>
                </a:path>
              </a:pathLst>
            </a:custGeom>
            <a:blipFill>
              <a:blip r:embed="rId5"/>
              <a:stretch>
                <a:fillRect l="-96154" t="0" r="-96154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966337" y="17399"/>
              <a:ext cx="1885823" cy="3259074"/>
            </a:xfrm>
            <a:custGeom>
              <a:avLst/>
              <a:gdLst/>
              <a:ahLst/>
              <a:cxnLst/>
              <a:rect r="r" b="b" t="t" l="l"/>
              <a:pathLst>
                <a:path h="3259074" w="1885823">
                  <a:moveTo>
                    <a:pt x="1885823" y="3259074"/>
                  </a:moveTo>
                  <a:lnTo>
                    <a:pt x="0" y="3259074"/>
                  </a:lnTo>
                  <a:lnTo>
                    <a:pt x="0" y="0"/>
                  </a:lnTo>
                  <a:lnTo>
                    <a:pt x="1885823" y="0"/>
                  </a:lnTo>
                  <a:lnTo>
                    <a:pt x="1885823" y="3259074"/>
                  </a:lnTo>
                  <a:close/>
                </a:path>
              </a:pathLst>
            </a:custGeom>
            <a:blipFill>
              <a:blip r:embed="rId6"/>
              <a:stretch>
                <a:fillRect l="-65361" t="0" r="-65361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852160" cy="3291840"/>
            </a:xfrm>
            <a:custGeom>
              <a:avLst/>
              <a:gdLst/>
              <a:ahLst/>
              <a:cxnLst/>
              <a:rect r="r" b="b" t="t" l="l"/>
              <a:pathLst>
                <a:path h="3291840" w="5852160">
                  <a:moveTo>
                    <a:pt x="5852160" y="3291840"/>
                  </a:moveTo>
                  <a:lnTo>
                    <a:pt x="0" y="3291840"/>
                  </a:lnTo>
                  <a:lnTo>
                    <a:pt x="0" y="0"/>
                  </a:lnTo>
                  <a:lnTo>
                    <a:pt x="5852160" y="0"/>
                  </a:lnTo>
                  <a:lnTo>
                    <a:pt x="5852160" y="329184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2176130" y="8048637"/>
            <a:ext cx="1926783" cy="2238363"/>
            <a:chOff x="0" y="0"/>
            <a:chExt cx="546608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438261" cy="6348730"/>
            </a:xfrm>
            <a:custGeom>
              <a:avLst/>
              <a:gdLst/>
              <a:ahLst/>
              <a:cxnLst/>
              <a:rect r="r" b="b" t="t" l="l"/>
              <a:pathLst>
                <a:path h="6348730" w="5438261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47650" y="294640"/>
              <a:ext cx="4889500" cy="4693920"/>
            </a:xfrm>
            <a:custGeom>
              <a:avLst/>
              <a:gdLst/>
              <a:ahLst/>
              <a:cxnLst/>
              <a:rect r="r" b="b" t="t" l="l"/>
              <a:pathLst>
                <a:path h="4693920" w="488950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>
              <a:blip r:embed="rId8"/>
              <a:stretch>
                <a:fillRect l="-25620" t="0" r="-2562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270" y="6350"/>
              <a:ext cx="5457190" cy="6342380"/>
            </a:xfrm>
            <a:custGeom>
              <a:avLst/>
              <a:gdLst/>
              <a:ahLst/>
              <a:cxnLst/>
              <a:rect r="r" b="b" t="t" l="l"/>
              <a:pathLst>
                <a:path h="6342380" w="545719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3C3333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7620" y="0"/>
              <a:ext cx="5458460" cy="6344920"/>
            </a:xfrm>
            <a:custGeom>
              <a:avLst/>
              <a:gdLst/>
              <a:ahLst/>
              <a:cxnLst/>
              <a:rect r="r" b="b" t="t" l="l"/>
              <a:pathLst>
                <a:path h="6344920" w="545846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387488" y="8286140"/>
            <a:ext cx="5477739" cy="200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1670">
                <a:solidFill>
                  <a:srgbClr val="6182A5"/>
                </a:solidFill>
                <a:latin typeface="Playpen Sans"/>
                <a:ea typeface="Playpen Sans"/>
                <a:cs typeface="Playpen Sans"/>
                <a:sym typeface="Playpen Sans"/>
              </a:rPr>
              <a:t> The Arctic is located at the top of our planet. Scientists usually say the Arctic is a area above the ‘Arctic Circle’  an imaginary line that is around the top of the world. </a:t>
            </a:r>
          </a:p>
          <a:p>
            <a:pPr algn="l">
              <a:lnSpc>
                <a:spcPts val="2661"/>
              </a:lnSpc>
            </a:pPr>
          </a:p>
          <a:p>
            <a:pPr algn="l" marL="0" indent="0" lvl="0">
              <a:lnSpc>
                <a:spcPts val="2661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387488" y="4765813"/>
            <a:ext cx="4770068" cy="1030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 spc="69">
                <a:solidFill>
                  <a:srgbClr val="759AC9"/>
                </a:solidFill>
                <a:latin typeface="Playpen Sans Medium"/>
                <a:ea typeface="Playpen Sans Medium"/>
                <a:cs typeface="Playpen Sans Medium"/>
                <a:sym typeface="Playpen Sans Medium"/>
              </a:rPr>
              <a:t>The Arctic is made up of the Arctic Ocean and parts of Canada, Russia, the USA, Greenland, Norway, Finland, Sweden and last but not least Iceland.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39521" y="5768077"/>
            <a:ext cx="4296186" cy="1269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6"/>
              </a:lnSpc>
              <a:spcBef>
                <a:spcPct val="0"/>
              </a:spcBef>
            </a:pPr>
            <a:r>
              <a:rPr lang="en-US" b="true" sz="1819" spc="85">
                <a:solidFill>
                  <a:srgbClr val="AAB6D4"/>
                </a:solidFill>
                <a:latin typeface="Playpen Sans Medium"/>
                <a:ea typeface="Playpen Sans Medium"/>
                <a:cs typeface="Playpen Sans Medium"/>
                <a:sym typeface="Playpen Sans Medium"/>
              </a:rPr>
              <a:t> Since the Earth tilts, at least one day a year there’s an entire day of darkness brrr. And also a full day of sunshine. Wow!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16392" y="2707558"/>
            <a:ext cx="4912260" cy="74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5"/>
              </a:lnSpc>
              <a:spcBef>
                <a:spcPct val="0"/>
              </a:spcBef>
            </a:pPr>
            <a:r>
              <a:rPr lang="en-US" sz="1439" spc="67">
                <a:solidFill>
                  <a:srgbClr val="3B5E82"/>
                </a:solidFill>
                <a:latin typeface="Playpen Sans"/>
                <a:ea typeface="Playpen Sans"/>
                <a:cs typeface="Playpen Sans"/>
                <a:sym typeface="Playpen Sans"/>
              </a:rPr>
              <a:t> The Arctic has lots of cool (get It) wildlife, including polar bears, Arctic foxes, walruses, seals and whales!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908813" y="8020062"/>
            <a:ext cx="4051092" cy="192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spc="75">
                <a:solidFill>
                  <a:srgbClr val="7188A3"/>
                </a:solidFill>
                <a:latin typeface="Playpen Sans"/>
                <a:ea typeface="Playpen Sans"/>
                <a:cs typeface="Playpen Sans"/>
                <a:sym typeface="Playpen Sans"/>
              </a:rPr>
              <a:t>One of most interesting species found in the Arctic is the narwhal, often referred to as the sea unicorn. Why? Well, male narwhals have a big tusk coming from the front of their head that can grow to over 3m in length!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0368" y="765614"/>
            <a:ext cx="4485972" cy="1990982"/>
            <a:chOff x="0" y="0"/>
            <a:chExt cx="694994" cy="3084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4994" cy="308455"/>
            </a:xfrm>
            <a:custGeom>
              <a:avLst/>
              <a:gdLst/>
              <a:ahLst/>
              <a:cxnLst/>
              <a:rect r="r" b="b" t="t" l="l"/>
              <a:pathLst>
                <a:path h="308455" w="694994">
                  <a:moveTo>
                    <a:pt x="24161" y="0"/>
                  </a:moveTo>
                  <a:lnTo>
                    <a:pt x="670833" y="0"/>
                  </a:lnTo>
                  <a:cubicBezTo>
                    <a:pt x="677241" y="0"/>
                    <a:pt x="683387" y="2546"/>
                    <a:pt x="687918" y="7077"/>
                  </a:cubicBezTo>
                  <a:cubicBezTo>
                    <a:pt x="692449" y="11608"/>
                    <a:pt x="694994" y="17753"/>
                    <a:pt x="694994" y="24161"/>
                  </a:cubicBezTo>
                  <a:lnTo>
                    <a:pt x="694994" y="284294"/>
                  </a:lnTo>
                  <a:cubicBezTo>
                    <a:pt x="694994" y="297638"/>
                    <a:pt x="684177" y="308455"/>
                    <a:pt x="670833" y="308455"/>
                  </a:cubicBezTo>
                  <a:lnTo>
                    <a:pt x="24161" y="308455"/>
                  </a:lnTo>
                  <a:cubicBezTo>
                    <a:pt x="10817" y="308455"/>
                    <a:pt x="0" y="297638"/>
                    <a:pt x="0" y="284294"/>
                  </a:cubicBezTo>
                  <a:lnTo>
                    <a:pt x="0" y="24161"/>
                  </a:lnTo>
                  <a:cubicBezTo>
                    <a:pt x="0" y="10817"/>
                    <a:pt x="10817" y="0"/>
                    <a:pt x="2416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4968" r="0" b="-2496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773328" y="2756596"/>
            <a:ext cx="4485972" cy="1990982"/>
            <a:chOff x="0" y="0"/>
            <a:chExt cx="694994" cy="3084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4994" cy="308455"/>
            </a:xfrm>
            <a:custGeom>
              <a:avLst/>
              <a:gdLst/>
              <a:ahLst/>
              <a:cxnLst/>
              <a:rect r="r" b="b" t="t" l="l"/>
              <a:pathLst>
                <a:path h="308455" w="694994">
                  <a:moveTo>
                    <a:pt x="24161" y="0"/>
                  </a:moveTo>
                  <a:lnTo>
                    <a:pt x="670833" y="0"/>
                  </a:lnTo>
                  <a:cubicBezTo>
                    <a:pt x="677241" y="0"/>
                    <a:pt x="683387" y="2546"/>
                    <a:pt x="687918" y="7077"/>
                  </a:cubicBezTo>
                  <a:cubicBezTo>
                    <a:pt x="692449" y="11608"/>
                    <a:pt x="694994" y="17753"/>
                    <a:pt x="694994" y="24161"/>
                  </a:cubicBezTo>
                  <a:lnTo>
                    <a:pt x="694994" y="284294"/>
                  </a:lnTo>
                  <a:cubicBezTo>
                    <a:pt x="694994" y="297638"/>
                    <a:pt x="684177" y="308455"/>
                    <a:pt x="670833" y="308455"/>
                  </a:cubicBezTo>
                  <a:lnTo>
                    <a:pt x="24161" y="308455"/>
                  </a:lnTo>
                  <a:cubicBezTo>
                    <a:pt x="10817" y="308455"/>
                    <a:pt x="0" y="297638"/>
                    <a:pt x="0" y="284294"/>
                  </a:cubicBezTo>
                  <a:lnTo>
                    <a:pt x="0" y="24161"/>
                  </a:lnTo>
                  <a:cubicBezTo>
                    <a:pt x="0" y="10817"/>
                    <a:pt x="10817" y="0"/>
                    <a:pt x="24161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3088" r="0" b="-1308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653891" y="5674044"/>
            <a:ext cx="4485972" cy="1990982"/>
            <a:chOff x="0" y="0"/>
            <a:chExt cx="694994" cy="3084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4994" cy="308455"/>
            </a:xfrm>
            <a:custGeom>
              <a:avLst/>
              <a:gdLst/>
              <a:ahLst/>
              <a:cxnLst/>
              <a:rect r="r" b="b" t="t" l="l"/>
              <a:pathLst>
                <a:path h="308455" w="694994">
                  <a:moveTo>
                    <a:pt x="24161" y="0"/>
                  </a:moveTo>
                  <a:lnTo>
                    <a:pt x="670833" y="0"/>
                  </a:lnTo>
                  <a:cubicBezTo>
                    <a:pt x="677241" y="0"/>
                    <a:pt x="683387" y="2546"/>
                    <a:pt x="687918" y="7077"/>
                  </a:cubicBezTo>
                  <a:cubicBezTo>
                    <a:pt x="692449" y="11608"/>
                    <a:pt x="694994" y="17753"/>
                    <a:pt x="694994" y="24161"/>
                  </a:cubicBezTo>
                  <a:lnTo>
                    <a:pt x="694994" y="284294"/>
                  </a:lnTo>
                  <a:cubicBezTo>
                    <a:pt x="694994" y="297638"/>
                    <a:pt x="684177" y="308455"/>
                    <a:pt x="670833" y="308455"/>
                  </a:cubicBezTo>
                  <a:lnTo>
                    <a:pt x="24161" y="308455"/>
                  </a:lnTo>
                  <a:cubicBezTo>
                    <a:pt x="10817" y="308455"/>
                    <a:pt x="0" y="297638"/>
                    <a:pt x="0" y="284294"/>
                  </a:cubicBezTo>
                  <a:lnTo>
                    <a:pt x="0" y="24161"/>
                  </a:lnTo>
                  <a:cubicBezTo>
                    <a:pt x="0" y="10817"/>
                    <a:pt x="10817" y="0"/>
                    <a:pt x="24161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7828" r="0" b="-1782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97125" y="7072979"/>
            <a:ext cx="4485972" cy="1990982"/>
            <a:chOff x="0" y="0"/>
            <a:chExt cx="694994" cy="3084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4994" cy="308455"/>
            </a:xfrm>
            <a:custGeom>
              <a:avLst/>
              <a:gdLst/>
              <a:ahLst/>
              <a:cxnLst/>
              <a:rect r="r" b="b" t="t" l="l"/>
              <a:pathLst>
                <a:path h="308455" w="694994">
                  <a:moveTo>
                    <a:pt x="24161" y="0"/>
                  </a:moveTo>
                  <a:lnTo>
                    <a:pt x="670833" y="0"/>
                  </a:lnTo>
                  <a:cubicBezTo>
                    <a:pt x="677241" y="0"/>
                    <a:pt x="683387" y="2546"/>
                    <a:pt x="687918" y="7077"/>
                  </a:cubicBezTo>
                  <a:cubicBezTo>
                    <a:pt x="692449" y="11608"/>
                    <a:pt x="694994" y="17753"/>
                    <a:pt x="694994" y="24161"/>
                  </a:cubicBezTo>
                  <a:lnTo>
                    <a:pt x="694994" y="284294"/>
                  </a:lnTo>
                  <a:cubicBezTo>
                    <a:pt x="694994" y="297638"/>
                    <a:pt x="684177" y="308455"/>
                    <a:pt x="670833" y="308455"/>
                  </a:cubicBezTo>
                  <a:lnTo>
                    <a:pt x="24161" y="308455"/>
                  </a:lnTo>
                  <a:cubicBezTo>
                    <a:pt x="10817" y="308455"/>
                    <a:pt x="0" y="297638"/>
                    <a:pt x="0" y="284294"/>
                  </a:cubicBezTo>
                  <a:lnTo>
                    <a:pt x="0" y="24161"/>
                  </a:lnTo>
                  <a:cubicBezTo>
                    <a:pt x="0" y="10817"/>
                    <a:pt x="10817" y="0"/>
                    <a:pt x="24161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7594" r="0" b="-17594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541545" y="7626926"/>
            <a:ext cx="3957827" cy="2584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0"/>
              </a:lnSpc>
              <a:spcBef>
                <a:spcPct val="0"/>
              </a:spcBef>
            </a:pPr>
            <a:r>
              <a:rPr lang="en-US" b="true" sz="2136">
                <a:solidFill>
                  <a:srgbClr val="C2CD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Microbes close to the surface of the Southern Ocean help with the polar food chain — impacting the food flow from the surface to the depths where other animals thrive in the dark.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12751" y="1058982"/>
            <a:ext cx="5962227" cy="570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4"/>
              </a:lnSpc>
              <a:spcBef>
                <a:spcPct val="0"/>
              </a:spcBef>
            </a:pPr>
            <a:r>
              <a:rPr lang="en-US" b="true" sz="2224" spc="8">
                <a:solidFill>
                  <a:srgbClr val="2C0A7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Fragile but strong,  Antarctica’s mighty landscapes and teeming wildlife colonies.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1170833" y="1573685"/>
            <a:ext cx="7690962" cy="118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3"/>
              </a:lnSpc>
            </a:pPr>
            <a:r>
              <a:rPr lang="en-US" b="true" sz="2252">
                <a:solidFill>
                  <a:srgbClr val="5271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The Antarctics most known animal is sure to be the penguin. these cute fuzzy little flightless birds are well adapted but, not very adaptable.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7269" y="5965642"/>
            <a:ext cx="5159070" cy="1107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0"/>
              </a:lnSpc>
              <a:spcBef>
                <a:spcPct val="0"/>
              </a:spcBef>
            </a:pPr>
            <a:r>
              <a:rPr lang="en-US" b="true" sz="2170" spc="8">
                <a:solidFill>
                  <a:srgbClr val="00167A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In Antarctica you can find</a:t>
            </a:r>
            <a:r>
              <a:rPr lang="en-US" b="true" sz="2170" spc="8">
                <a:solidFill>
                  <a:srgbClr val="00167A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coelacanths. A rare fish, thought to have lived in their current form for 400 million years ago!! 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952423" y="3071812"/>
            <a:ext cx="8589122" cy="6484608"/>
            <a:chOff x="0" y="0"/>
            <a:chExt cx="11452163" cy="8646144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861755" y="1552286"/>
              <a:ext cx="7786433" cy="5354176"/>
              <a:chOff x="0" y="0"/>
              <a:chExt cx="6159500" cy="423545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159500" cy="4235450"/>
              </a:xfrm>
              <a:custGeom>
                <a:avLst/>
                <a:gdLst/>
                <a:ahLst/>
                <a:cxnLst/>
                <a:rect r="r" b="b" t="t" l="l"/>
                <a:pathLst>
                  <a:path h="4235450" w="6159500">
                    <a:moveTo>
                      <a:pt x="6159500" y="4235450"/>
                    </a:moveTo>
                    <a:lnTo>
                      <a:pt x="0" y="3696970"/>
                    </a:lnTo>
                    <a:lnTo>
                      <a:pt x="0" y="0"/>
                    </a:lnTo>
                    <a:lnTo>
                      <a:pt x="6159500" y="53848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-11395" t="0" r="-11395" b="0"/>
                </a:stretch>
              </a:blipFill>
            </p:spPr>
          </p:sp>
        </p:grpSp>
        <p:sp>
          <p:nvSpPr>
            <p:cNvPr name="TextBox 18" id="18"/>
            <p:cNvSpPr txBox="true"/>
            <p:nvPr/>
          </p:nvSpPr>
          <p:spPr>
            <a:xfrm rot="295755">
              <a:off x="63493" y="312743"/>
              <a:ext cx="11339909" cy="1965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442"/>
                </a:lnSpc>
              </a:pPr>
              <a:r>
                <a:rPr lang="en-US" sz="8887" b="true">
                  <a:solidFill>
                    <a:srgbClr val="3B5E82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The Antarctic</a:t>
              </a:r>
              <a:r>
                <a:rPr lang="en-US" b="true" sz="8887">
                  <a:solidFill>
                    <a:srgbClr val="99ACFF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 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207890">
              <a:off x="2670403" y="6617164"/>
              <a:ext cx="3620253" cy="19213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98"/>
                </a:lnSpc>
                <a:spcBef>
                  <a:spcPct val="0"/>
                </a:spcBef>
              </a:pPr>
              <a:r>
                <a:rPr lang="en-US" b="true" sz="1898" spc="7">
                  <a:solidFill>
                    <a:srgbClr val="020C45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Glassy waterways and elusive wildlife with rare sightings await those fortunate enough to travel to Antarctica.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2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08668" y="3215364"/>
            <a:ext cx="1299784" cy="129978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00167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31164" y="5143500"/>
            <a:ext cx="1371596" cy="137159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167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071926" y="700784"/>
            <a:ext cx="10633174" cy="1427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25"/>
              </a:lnSpc>
            </a:pPr>
            <a:r>
              <a:rPr lang="en-US" sz="8303">
                <a:solidFill>
                  <a:srgbClr val="3B5E82"/>
                </a:solidFill>
                <a:latin typeface="Doodler Bold"/>
                <a:ea typeface="Doodler Bold"/>
                <a:cs typeface="Doodler Bold"/>
                <a:sym typeface="Doodler Bold"/>
              </a:rPr>
              <a:t>scan this to play a homemade game</a:t>
            </a:r>
          </a:p>
        </p:txBody>
      </p:sp>
      <p:grpSp>
        <p:nvGrpSpPr>
          <p:cNvPr name="Group 9" id="9"/>
          <p:cNvGrpSpPr/>
          <p:nvPr/>
        </p:nvGrpSpPr>
        <p:grpSpPr>
          <a:xfrm rot="-5400000">
            <a:off x="7681738" y="7056188"/>
            <a:ext cx="1353643" cy="1371596"/>
            <a:chOff x="0" y="0"/>
            <a:chExt cx="802161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02161" cy="812800"/>
            </a:xfrm>
            <a:custGeom>
              <a:avLst/>
              <a:gdLst/>
              <a:ahLst/>
              <a:cxnLst/>
              <a:rect r="r" b="b" t="t" l="l"/>
              <a:pathLst>
                <a:path h="812800" w="802161">
                  <a:moveTo>
                    <a:pt x="802161" y="406400"/>
                  </a:moveTo>
                  <a:lnTo>
                    <a:pt x="395761" y="0"/>
                  </a:lnTo>
                  <a:lnTo>
                    <a:pt x="395761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395761" y="609600"/>
                  </a:lnTo>
                  <a:lnTo>
                    <a:pt x="395761" y="812800"/>
                  </a:lnTo>
                  <a:lnTo>
                    <a:pt x="802161" y="406400"/>
                  </a:lnTo>
                  <a:close/>
                </a:path>
              </a:pathLst>
            </a:custGeom>
            <a:solidFill>
              <a:srgbClr val="00167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65100"/>
              <a:ext cx="70056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10800000">
            <a:off x="10437512" y="5143500"/>
            <a:ext cx="1371596" cy="137159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167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DAHLkq8vxDg</dc:identifier>
  <dcterms:modified xsi:type="dcterms:W3CDTF">2011-08-01T06:04:30Z</dcterms:modified>
  <cp:revision>1</cp:revision>
  <dc:title>Life in the Freezers</dc:title>
</cp:coreProperties>
</file>